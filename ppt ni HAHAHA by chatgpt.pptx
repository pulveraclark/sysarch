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510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1F1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1F1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6868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D63"/>
                </a:solidFill>
              </a:rPr>
              <a:t>GraphHopper Route Planner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6656" y="157276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F6272"/>
                </a:solidFill>
              </a:rPr>
              <a:t>Feature-enhanced Lab 4.9.2 application with UI improvements, flexible distance display, repeat search prompt, basic validation, and summary export.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2423160"/>
            <a:ext cx="512064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452628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D63"/>
                </a:solidFill>
              </a:rPr>
              <a:t>Project goal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Create a cleaner desktop route-planning app that is easy to use, easy to explain, and easy for another team to continue.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63D63"/>
                </a:solidFill>
              </a:rPr>
              <a:t>Main stack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Python, Tkinter, Requests, GraphHopper Geocoding + Routing APIs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63D63"/>
                </a:solidFill>
              </a:rPr>
              <a:t>Deliverables covered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Features, design rationale, code/documentation, demo, backlog, reflections, and rubric alignment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0" y="1572768"/>
            <a:ext cx="5074920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7" name="Image 0" descr="/mnt/data/app_ui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021332"/>
            <a:ext cx="4736592" cy="36840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6480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E7E"/>
                </a:solidFill>
              </a:rPr>
              <a:t>GraphHopper Route Planner project presentation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1F1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D63"/>
                </a:solidFill>
              </a:rPr>
              <a:t>Application features selected by the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066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F6272"/>
                </a:solidFill>
              </a:rPr>
              <a:t>Each enhancement focused on usability and a manageable project scope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1018520" cy="5230368"/>
          </a:xfrm>
          <a:prstGeom prst="roundRect">
            <a:avLst>
              <a:gd name="adj" fmla="val 87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D63"/>
                </a:solidFill>
              </a:rPr>
              <a:t>Feature summary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709928"/>
            <a:ext cx="9966960" cy="4572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01952"/>
            <a:ext cx="96201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3D63"/>
                </a:solidFill>
              </a:rPr>
              <a:t>Christian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148840" y="1819656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Cleaner UI, colored headings, numbered directions, table-style summary, clearer prompts.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1248" y="2304288"/>
            <a:ext cx="9966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4048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3D63"/>
                </a:solidFill>
              </a:rPr>
              <a:t>Clark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2148840" y="2386584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Distance display in miles only, kilometers only, or both.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1248" y="2871216"/>
            <a:ext cx="9966960" cy="4572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718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3D63"/>
                </a:solidFill>
              </a:rPr>
              <a:t>Klent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2148840" y="295351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Prompt after each route to search another route or exit.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438144"/>
            <a:ext cx="9966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5387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3D63"/>
                </a:solidFill>
              </a:rPr>
              <a:t>Aldren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148840" y="3520440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Blank-field validation and invalid vehicle defaults back to car.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41248" y="4005072"/>
            <a:ext cx="9966960" cy="4572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1056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3D63"/>
                </a:solidFill>
              </a:rPr>
              <a:t>Kient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2148840" y="4087368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Save only the main trip summary to a text file.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68680" y="4736592"/>
            <a:ext cx="103327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8646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D63"/>
                </a:solidFill>
              </a:rPr>
              <a:t>Why these features made sense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9536" y="5257800"/>
            <a:ext cx="1014984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80" dirty="0">
                <a:solidFill>
                  <a:srgbClr val="1F1F1F"/>
                </a:solidFill>
              </a:rPr>
              <a:t>The team chose features that make the app easier to use and easier to maintain: better layout, simple validation, flexible distance display, repeat-search workflow, and a lightweight export feature for handoff or record-keeping.</a:t>
            </a:r>
            <a:endParaRPr lang="en-US" sz="1780" dirty="0"/>
          </a:p>
        </p:txBody>
      </p:sp>
      <p:sp>
        <p:nvSpPr>
          <p:cNvPr id="24" name="Text 22"/>
          <p:cNvSpPr/>
          <p:nvPr/>
        </p:nvSpPr>
        <p:spPr>
          <a:xfrm>
            <a:off x="548640" y="646480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E7E"/>
                </a:solidFill>
              </a:rPr>
              <a:t>GraphHopper Route Planner project presentation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1F1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D63"/>
                </a:solidFill>
              </a:rPr>
              <a:t>Application overview and interface 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F6272"/>
                </a:solidFill>
              </a:rPr>
              <a:t>Screens show the cleaner layout, colored headings, numbered directions, and table-style trip summary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4572000" cy="534924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397764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65100" indent="-16510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</a:rPr>
              <a:t>Users enter a starting location and destination.</a:t>
            </a:r>
            <a:endParaRPr lang="en-US" sz="1850" dirty="0"/>
          </a:p>
          <a:p>
            <a:pPr marL="165100" indent="-16510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</a:rPr>
              <a:t>Vehicle choices remain simple: car, bike, or foot.</a:t>
            </a:r>
            <a:endParaRPr lang="en-US" sz="1850" dirty="0"/>
          </a:p>
          <a:p>
            <a:pPr marL="165100" indent="-16510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</a:rPr>
              <a:t>Distance can be shown in one unit or both units.</a:t>
            </a:r>
            <a:endParaRPr lang="en-US" sz="1850" dirty="0"/>
          </a:p>
          <a:p>
            <a:pPr marL="165100" indent="-16510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</a:rPr>
              <a:t>The output area shows a concise trip summary plus numbered directions.</a:t>
            </a:r>
            <a:endParaRPr lang="en-US" sz="1850" dirty="0"/>
          </a:p>
          <a:p>
            <a:pPr marL="165100" indent="-165100">
              <a:buSzPct val="100000"/>
              <a:buChar char="•"/>
            </a:pPr>
            <a:r>
              <a:rPr lang="en-US" sz="1850" dirty="0">
                <a:solidFill>
                  <a:srgbClr val="1F1F1F"/>
                </a:solidFill>
              </a:rPr>
              <a:t>Clear prompts guide the user after each route is displayed.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5321808" y="1097280"/>
            <a:ext cx="6236208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7" name="Image 0" descr="/mnt/data/app_in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257" y="1261872"/>
            <a:ext cx="5022166" cy="21762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21808" y="3822192"/>
            <a:ext cx="6236208" cy="2624328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9" name="Image 1" descr="/mnt/data/app_outpu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058412"/>
            <a:ext cx="5897880" cy="20970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6480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E7E"/>
                </a:solidFill>
              </a:rPr>
              <a:t>GraphHopper Route Planner project presentation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1F1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D63"/>
                </a:solidFill>
              </a:rPr>
              <a:t>Code, comments, and handoff documentation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066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F6272"/>
                </a:solidFill>
              </a:rPr>
              <a:t>The code is commented by feature so another team can continue the project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5532120" cy="5349240"/>
          </a:xfrm>
          <a:prstGeom prst="roundRect">
            <a:avLst>
              <a:gd name="adj" fmla="val 855"/>
            </a:avLst>
          </a:prstGeom>
          <a:solidFill>
            <a:srgbClr val="1F2430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53312"/>
            <a:ext cx="516636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9808" y="3063240"/>
            <a:ext cx="51663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4315968"/>
            <a:ext cx="516636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91072" y="1097280"/>
            <a:ext cx="5276088" cy="5349240"/>
          </a:xfrm>
          <a:prstGeom prst="roundRect">
            <a:avLst>
              <a:gd name="adj" fmla="val 8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7104" y="13898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D63"/>
                </a:solidFill>
              </a:rPr>
              <a:t>How another team can continue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47104" y="1783080"/>
            <a:ext cx="457200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• geocoding() and get_route() isolate the API logic.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• GraphHopperApp contains the full UI workflow.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• Feature comments mark where each enhancement begins.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• last_route_data keeps the current result ready for export.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47104" y="3977640"/>
            <a:ext cx="45720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4041648"/>
            <a:ext cx="3200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D63"/>
                </a:solidFill>
              </a:rPr>
              <a:t>Documentation standard used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47104" y="4480560"/>
            <a:ext cx="45262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Comments explain each feature, the related UI behavior, and where future changes should be added. That makes the project easier to hand off, debug, and extend.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47104" y="54681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D63"/>
                </a:solidFill>
              </a:rPr>
              <a:t>Continuation path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47104" y="58750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</a:rPr>
              <a:t>A new team can start from validation, repeat-route prompts, or file export without changing the rest of the interface.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48640" y="646480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E7E"/>
                </a:solidFill>
              </a:rPr>
              <a:t>GraphHopper Route Planner project presentation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1F1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D63"/>
                </a:solidFill>
              </a:rPr>
              <a:t>Application 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066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F6272"/>
                </a:solidFill>
              </a:rPr>
              <a:t>User flow from search to result to saving the trip summary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6565392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5" name="Image 0" descr="/mnt/data/app_ui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28928"/>
            <a:ext cx="6199632" cy="48219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097280"/>
            <a:ext cx="4224528" cy="2971800"/>
          </a:xfrm>
          <a:prstGeom prst="roundRect">
            <a:avLst>
              <a:gd name="adj" fmla="val 1538"/>
            </a:avLst>
          </a:prstGeom>
          <a:solidFill>
            <a:srgbClr val="EAF2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71232" y="123392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D63"/>
                </a:solidFill>
              </a:rPr>
              <a:t>Demo steps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71232" y="1737360"/>
            <a:ext cx="35661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1. Enter start and destination.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2. Choose vehicle and distance display.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3. Click Get Route to load summary and numbered directions.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4. Choose to search again or stay on the current screen.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5. Save only the main trip summary to a text file.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0" y="4279392"/>
            <a:ext cx="4224528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79792" y="429561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D63"/>
                </a:solidFill>
              </a:rPr>
              <a:t>Export example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479792" y="4869611"/>
            <a:ext cx="3547872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 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====================================Starting Location : London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       : Manchester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           : car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         : 200.5 miles / 322.8 km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         : 04:11:18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646480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E7E"/>
                </a:solidFill>
              </a:rPr>
              <a:t>GraphHopper Route Planner project presentation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1F1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D63"/>
                </a:solidFill>
              </a:rPr>
              <a:t>Backlog and reflection 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4066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F6272"/>
                </a:solidFill>
              </a:rPr>
              <a:t>Future enhancements and lessons learned while building the application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5440680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81344" y="1097280"/>
            <a:ext cx="538581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98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D63"/>
                </a:solidFill>
              </a:rPr>
              <a:t>Future enhancements (backlog)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9536" y="1773936"/>
            <a:ext cx="461772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• Let the user choose the save location and file name.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• Add a map preview of the route.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• Support more travel profiles and route preferences.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• Add recent-search history or favorites.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• Add unit tests and stronger API-failure recovery.</a:t>
            </a:r>
            <a:endParaRPr lang="en-US" sz="1800" dirty="0"/>
          </a:p>
        </p:txBody>
      </p:sp>
      <p:pic>
        <p:nvPicPr>
          <p:cNvPr id="8" name="Image 0" descr="/mnt/data/app_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273" y="4315968"/>
            <a:ext cx="4371975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37376" y="1389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D63"/>
                </a:solidFill>
              </a:rPr>
              <a:t>Reflection points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37376" y="1773936"/>
            <a:ext cx="4590288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Issue: balancing useful features with a limited project scope.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Solution: choose enhancements that add visible value without overcomplicating the app.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Issue: users need clear feedback when inputs are missing or invalid.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Solution: blank-field checks, default vehicle fallback, and clearer prompts/messages.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Learning: modular code plus comments makes collaboration and continuation much easier.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646480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E7E"/>
                </a:solidFill>
              </a:rPr>
              <a:t>GraphHopper Route Planner - backlog and reflection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F1F1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682</Words>
  <Application>Microsoft Office PowerPoint</Application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GraphHopper Route Planner</dc:title>
  <dc:subject>GraphHopper Route Planner project presentation</dc:subject>
  <dc:creator>OpenAI</dc:creator>
  <cp:lastModifiedBy>Clark Edzel Pulvera</cp:lastModifiedBy>
  <cp:revision>2</cp:revision>
  <dcterms:created xsi:type="dcterms:W3CDTF">2026-04-23T01:05:57Z</dcterms:created>
  <dcterms:modified xsi:type="dcterms:W3CDTF">2026-04-23T01:14:13Z</dcterms:modified>
</cp:coreProperties>
</file>